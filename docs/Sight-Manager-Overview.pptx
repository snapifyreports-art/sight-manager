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SIGHT MANAGER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Management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347472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plot. Every job. Every order. One system.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chaos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26+ plots across multiple spreadsheets with no single 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36576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blind spots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510+ material orders across 6 suppliers — easy to miss a delivery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200400"/>
            <a:ext cx="36576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coordination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and texts to chase availability, no audit trail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36576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drift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schedule deviation until it's too late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754880"/>
            <a:ext cx="36576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scramble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managers arrive not knowing what needs attention today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9601200" cy="640080"/>
          </a:xfrm>
          <a:prstGeom prst="rect">
            <a:avLst>
              <a:gd name="adj" fmla="val 11429"/>
            </a:avLst>
          </a:prstGeom>
          <a:solidFill>
            <a:srgbClr val="24317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75564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Gantt with jobs, sub-jobs, overlay tracking, and automatic cascade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423160"/>
            <a:ext cx="9601200" cy="640080"/>
          </a:xfrm>
          <a:prstGeom prst="rect">
            <a:avLst>
              <a:gd name="adj" fmla="val 11429"/>
            </a:avLst>
          </a:prstGeom>
          <a:solidFill>
            <a:srgbClr val="243178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53288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Place → Confirm Delivery → Received — all from the Daily Brief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200400"/>
            <a:ext cx="9601200" cy="640080"/>
          </a:xfrm>
          <a:prstGeom prst="rect">
            <a:avLst>
              <a:gd name="adj" fmla="val 11429"/>
            </a:avLst>
          </a:prstGeom>
          <a:solidFill>
            <a:srgbClr val="2431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331012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10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scheduling uses Mon-Fri — weekends automatically skipped everywhere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3977640"/>
            <a:ext cx="9601200" cy="640080"/>
          </a:xfrm>
          <a:prstGeom prst="rect">
            <a:avLst>
              <a:gd name="adj" fmla="val 11429"/>
            </a:avLst>
          </a:prstGeom>
          <a:solidFill>
            <a:srgbClr val="243178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0160" y="408736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2024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morning hub — every action item, every alert, one screen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0" y="4754880"/>
            <a:ext cx="9601200" cy="640080"/>
          </a:xfrm>
          <a:prstGeom prst="rect">
            <a:avLst>
              <a:gd name="adj" fmla="val 11429"/>
            </a:avLst>
          </a:prstGeom>
          <a:solidFill>
            <a:srgbClr val="243178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486460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92024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plot-by-plot mode for site managers on the ground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Brief — Your Morning 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Everything needing attention. Updated in real-time.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to Place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173736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0392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Delivery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292608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292608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6616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Plots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92608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3504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Confirms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2926080"/>
            <a:ext cx="2194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0392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0392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297680"/>
            <a:ext cx="9601200" cy="640080"/>
          </a:xfrm>
          <a:prstGeom prst="rect">
            <a:avLst>
              <a:gd name="adj" fmla="val 11429"/>
            </a:avLst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£804,739  |  Delivered: £13,897  |  Variance: £0 (0%)  |  ON BUDGET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Programme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155448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view — parent containers aggregate sub-jobs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05740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Sub-Jobs view — individual task bars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256032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Original / Overlay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306324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view shows Mon-Fri names, weekends greyed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356616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delivery dots on calendar 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4069080"/>
            <a:ext cx="182880" cy="1828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— weekends auto-skipped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457200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Pull Forward → shift all jobs earlier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Push Back → delay all subsequent jobs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7797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Dates capped at today — never into past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1638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Original dates preserved for overlay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547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Orders shift with jobs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shifts use working days (Mon-Fri)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Job Start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start button — on every screen — goes through this identical flow: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7556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date, not sort order — blocks if incomplete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3500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options: Resolve Now / Pick a Date / Start Anyway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944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Sent, Send Order (email), or On Site per supplier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33756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Early/Late Start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35387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Forward / Expand / Pull to Next Event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393192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913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availability or defer to Daily Brief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4526280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4507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Job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37360" y="47274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begins — programme updated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managed from the Daily Brief — user controls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2286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828800"/>
            <a:ext cx="1188720" cy="320040"/>
          </a:xfrm>
          <a:prstGeom prst="rect">
            <a:avLst>
              <a:gd name="adj" fmla="val 48571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to 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or Mark Sent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2286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828800"/>
            <a:ext cx="1188720" cy="320040"/>
          </a:xfrm>
          <a:prstGeom prst="rect">
            <a:avLst>
              <a:gd name="adj" fmla="val 48571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Delivery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change delivery 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286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828800"/>
            <a:ext cx="1188720" cy="320040"/>
          </a:xfrm>
          <a:prstGeom prst="rect">
            <a:avLst>
              <a:gd name="adj" fmla="val 4857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Today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Received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778240" y="1645920"/>
            <a:ext cx="2286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1828800"/>
            <a:ext cx="1188720" cy="320040"/>
          </a:xfrm>
          <a:prstGeom prst="rect">
            <a:avLst>
              <a:gd name="adj" fmla="val 48571"/>
            </a:avLst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Auto-confirmed on sign-off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4297680"/>
            <a:ext cx="96012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auto-progression — the user decides when orders move through each stage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Post-Completion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job sign-off — guided decision for what happens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96012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0E0E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755648"/>
            <a:ext cx="411480" cy="411480"/>
          </a:xfrm>
          <a:prstGeom prst="rect">
            <a:avLst>
              <a:gd name="adj" fmla="val 48889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&amp; pull forward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entire programme earlier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423160"/>
            <a:ext cx="96012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0E0E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2532888"/>
            <a:ext cx="411480" cy="411480"/>
          </a:xfrm>
          <a:prstGeom prst="rect">
            <a:avLst>
              <a:gd name="adj" fmla="val 4888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next Monday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for Monday, cascade to match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96012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0E0E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3310128"/>
            <a:ext cx="411480" cy="411480"/>
          </a:xfrm>
          <a:prstGeom prst="rect">
            <a:avLst>
              <a:gd name="adj" fmla="val 48889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310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forward by X weeks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programme by specified duration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977640"/>
            <a:ext cx="96012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0E0E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4087368"/>
            <a:ext cx="411480" cy="411480"/>
          </a:xfrm>
          <a:prstGeom prst="rect">
            <a:avLst>
              <a:gd name="adj" fmla="val 48889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for now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goes inactive — appears on Daily Brief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4846320"/>
            <a:ext cx="9601200" cy="457200"/>
          </a:xfrm>
          <a:prstGeom prst="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8646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step: Confirm now, or 'Confirm later — add to Daily Brief' (plot goes inactive)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Mobile-optimised plot-by-plot mode for site managers on the 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sub-job + next sub-job with parent stage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075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075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says 'Start Foundations' not 'Start Job'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054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5054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pre-start flow on every action — order checks, predecessor, cascade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9352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93522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with notes and photos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649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3649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access: Photos, Notes, Snags per plot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or arrow between plots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2245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2245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badge: ahead / on track / behind / deferred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654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6542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— phone, tablet, desktop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Numbers — Docco 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22860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house types with staggered starts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2860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stages + individual sub-jobs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2860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suppliers, £804k budget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645920"/>
            <a:ext cx="22860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7782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 shift in under 2 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114800"/>
            <a:ext cx="9601200" cy="54864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to event timeline  •  Full audit trail  •  Real-time updates across all views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9601200" cy="502920"/>
          </a:xfrm>
          <a:prstGeom prst="rect">
            <a:avLst>
              <a:gd name="adj" fmla="val 14545"/>
            </a:avLst>
          </a:prstGeom>
          <a:solidFill>
            <a:srgbClr val="243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Enhanced analytics and reporting dashboards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9601200" cy="502920"/>
          </a:xfrm>
          <a:prstGeom prst="rect">
            <a:avLst>
              <a:gd name="adj" fmla="val 14545"/>
            </a:avLst>
          </a:prstGeom>
          <a:solidFill>
            <a:srgbClr val="24317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286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Supplier portal for delivery confirmations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926080"/>
            <a:ext cx="9601200" cy="502920"/>
          </a:xfrm>
          <a:prstGeom prst="rect">
            <a:avLst>
              <a:gd name="adj" fmla="val 14545"/>
            </a:avLst>
          </a:prstGeom>
          <a:solidFill>
            <a:srgbClr val="24317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 handover digital pack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566160"/>
            <a:ext cx="9601200" cy="502920"/>
          </a:xfrm>
          <a:prstGeom prst="rect">
            <a:avLst>
              <a:gd name="adj" fmla="val 14545"/>
            </a:avLst>
          </a:prstGeom>
          <a:solidFill>
            <a:srgbClr val="24317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566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Photo AI for progress tracking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4206240"/>
            <a:ext cx="9601200" cy="502920"/>
          </a:xfrm>
          <a:prstGeom prst="rect">
            <a:avLst>
              <a:gd name="adj" fmla="val 14545"/>
            </a:avLst>
          </a:prstGeom>
          <a:solidFill>
            <a:srgbClr val="24317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206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Integration with accounting systems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51206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sight-manager.vercel.app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Platform Overview</dc:subject>
  <dc:creator>Sight Manager</dc:creator>
  <cp:lastModifiedBy>Sight Manager</cp:lastModifiedBy>
  <cp:revision>1</cp:revision>
  <dcterms:created xsi:type="dcterms:W3CDTF">2026-04-03T22:17:57Z</dcterms:created>
  <dcterms:modified xsi:type="dcterms:W3CDTF">2026-04-03T22:17:57Z</dcterms:modified>
</cp:coreProperties>
</file>